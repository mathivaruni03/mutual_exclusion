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9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5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7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7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4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5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1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2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08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28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89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44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41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Exclusion &amp; Ricart-Agrawala Algorithm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Understanding Mutual Exclusion in Distributed Systems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E0B8E-D7C3-6878-9D75-F239EF21262B}"/>
              </a:ext>
            </a:extLst>
          </p:cNvPr>
          <p:cNvSpPr txBox="1"/>
          <p:nvPr/>
        </p:nvSpPr>
        <p:spPr>
          <a:xfrm>
            <a:off x="866440" y="5510368"/>
            <a:ext cx="604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Mathivaruni</a:t>
            </a:r>
            <a:r>
              <a:rPr lang="en-IN" dirty="0">
                <a:solidFill>
                  <a:schemeClr val="bg1"/>
                </a:solidFill>
              </a:rPr>
              <a:t> Rajakumar – M.E., software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Mutual Exclusion ensures that multiple processes do not enter the critical section (CS) simultaneously.</a:t>
            </a:r>
          </a:p>
          <a:p>
            <a:r>
              <a:rPr sz="2400" dirty="0"/>
              <a:t>- Essential for maintaining consistency in distributed systems.</a:t>
            </a:r>
          </a:p>
          <a:p>
            <a:r>
              <a:rPr sz="2400" dirty="0"/>
              <a:t>- Used in OS, database systems, and multi-threading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Mutual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780085" cy="3530600"/>
          </a:xfrm>
        </p:spPr>
        <p:txBody>
          <a:bodyPr>
            <a:normAutofit/>
          </a:bodyPr>
          <a:lstStyle/>
          <a:p>
            <a:r>
              <a:rPr sz="2400" dirty="0"/>
              <a:t>1. Centralized Approach - A single coordinator grants access.</a:t>
            </a:r>
          </a:p>
          <a:p>
            <a:r>
              <a:rPr sz="2400" dirty="0"/>
              <a:t>2. Distributed Approach - Processes coordinate without a central entity.</a:t>
            </a:r>
          </a:p>
          <a:p>
            <a:r>
              <a:rPr sz="2400" dirty="0"/>
              <a:t>3. Token-Based Approach - A token circulates among processes to allow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Ricart-Agrawala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500685" cy="3530600"/>
          </a:xfrm>
        </p:spPr>
        <p:txBody>
          <a:bodyPr>
            <a:normAutofit/>
          </a:bodyPr>
          <a:lstStyle/>
          <a:p>
            <a:r>
              <a:rPr sz="2400" dirty="0"/>
              <a:t>- A distributed mutual exclusion algorithm.</a:t>
            </a:r>
          </a:p>
          <a:p>
            <a:r>
              <a:rPr sz="2400" dirty="0"/>
              <a:t>- Uses timestamped requests and message passing.</a:t>
            </a:r>
          </a:p>
          <a:p>
            <a:r>
              <a:rPr sz="2400" dirty="0"/>
              <a:t>- Ensures fairness by granting access in order of timestamps.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Ricart-Agrawala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543018" cy="3530600"/>
          </a:xfrm>
        </p:spPr>
        <p:txBody>
          <a:bodyPr>
            <a:normAutofit/>
          </a:bodyPr>
          <a:lstStyle/>
          <a:p>
            <a:r>
              <a:rPr sz="2000" dirty="0"/>
              <a:t>1. A process sends a request message to all other processes.</a:t>
            </a:r>
          </a:p>
          <a:p>
            <a:r>
              <a:rPr sz="2000" dirty="0"/>
              <a:t>2. Other processes reply immediately if they are not in CS; otherwise, they queue the request.</a:t>
            </a:r>
          </a:p>
          <a:p>
            <a:r>
              <a:rPr sz="2000" dirty="0"/>
              <a:t>3. The process enters CS when all other processes have sent replies.</a:t>
            </a:r>
          </a:p>
          <a:p>
            <a:r>
              <a:rPr sz="2000" dirty="0"/>
              <a:t>4. After execution, the process sends a release message to all waiting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162018" cy="3530600"/>
          </a:xfrm>
        </p:spPr>
        <p:txBody>
          <a:bodyPr>
            <a:normAutofit/>
          </a:bodyPr>
          <a:lstStyle/>
          <a:p>
            <a:r>
              <a:rPr sz="2400" dirty="0"/>
              <a:t>- Implemented using Python’s threading and priority queues.</a:t>
            </a:r>
          </a:p>
          <a:p>
            <a:r>
              <a:rPr sz="2400" dirty="0"/>
              <a:t>- Each process:</a:t>
            </a:r>
          </a:p>
          <a:p>
            <a:r>
              <a:rPr sz="2400" dirty="0"/>
              <a:t>  - Sends requests with timestamps.</a:t>
            </a:r>
          </a:p>
          <a:p>
            <a:r>
              <a:rPr sz="2400" dirty="0"/>
              <a:t>  - Receives requests and manages a queue.</a:t>
            </a:r>
          </a:p>
          <a:p>
            <a:r>
              <a:rPr sz="2400" dirty="0"/>
              <a:t>  - Waits for replies before entering CS.</a:t>
            </a:r>
          </a:p>
          <a:p>
            <a:r>
              <a:rPr sz="2400" dirty="0"/>
              <a:t>  - Releases CS after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037" y="0"/>
            <a:ext cx="6254496" cy="561697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Python Code (Snippet)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AFB3AE-7D4E-C049-07F3-BE5B45ED8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561697"/>
            <a:ext cx="8483600" cy="62002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CA057A-2AB4-A3F3-BDF9-DCED56899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0" y="389467"/>
            <a:ext cx="9001330" cy="617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67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- Processes randomly request the critical section.</a:t>
            </a:r>
          </a:p>
          <a:p>
            <a:r>
              <a:rPr sz="2000" dirty="0"/>
              <a:t>- They wait for replies before proceeding.</a:t>
            </a:r>
          </a:p>
          <a:p>
            <a:r>
              <a:rPr sz="2000" dirty="0"/>
              <a:t>- Ensures proper sequence of execution.</a:t>
            </a:r>
          </a:p>
          <a:p>
            <a:r>
              <a:rPr sz="2000" dirty="0"/>
              <a:t>- Demonstrates fairness and deadlock prevention.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70BB1-401F-BFA8-4945-9462437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9134"/>
            <a:ext cx="9144000" cy="19100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416018" cy="3530600"/>
          </a:xfrm>
        </p:spPr>
        <p:txBody>
          <a:bodyPr>
            <a:normAutofit/>
          </a:bodyPr>
          <a:lstStyle/>
          <a:p>
            <a:r>
              <a:rPr sz="2400" dirty="0"/>
              <a:t>- Ricart-</a:t>
            </a:r>
            <a:r>
              <a:rPr sz="2400" dirty="0" err="1"/>
              <a:t>Agrawala</a:t>
            </a:r>
            <a:r>
              <a:rPr sz="2400" dirty="0"/>
              <a:t> ensures efficient distributed mutual exclusion.</a:t>
            </a:r>
          </a:p>
          <a:p>
            <a:r>
              <a:rPr sz="2400" dirty="0"/>
              <a:t>- Fair execution order using timestamps.</a:t>
            </a:r>
          </a:p>
          <a:p>
            <a:r>
              <a:rPr sz="2400" dirty="0"/>
              <a:t>- Reduces message complexity compared to naive approaches.</a:t>
            </a:r>
          </a:p>
          <a:p>
            <a:r>
              <a:rPr sz="2400" dirty="0"/>
              <a:t>- Widely used in distributed computing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230293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- 'Distributed Systems: Principles and Paradigms' by Andrew S. Tanenbaum.</a:t>
            </a:r>
            <a:endParaRPr lang="en-US" dirty="0"/>
          </a:p>
          <a:p>
            <a:r>
              <a:rPr lang="en-US" dirty="0"/>
              <a:t>Mukesh Singhal and Niranjan G. Shivaratri, “Advanced Concepts in Operating Systems –Distributed, Database and Multiprocessor Operating Systems”, Tata MC Graw-Hill, 2001.</a:t>
            </a:r>
            <a:endParaRPr dirty="0"/>
          </a:p>
          <a:p>
            <a:r>
              <a:rPr dirty="0"/>
              <a:t>- Python Threading Documentation.</a:t>
            </a:r>
          </a:p>
          <a:p>
            <a:r>
              <a:rPr dirty="0"/>
              <a:t>- Online research papers on Distributed Mutual Exclusion.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</TotalTime>
  <Words>374</Words>
  <Application>Microsoft Office PowerPoint</Application>
  <PresentationFormat>On-screen Show (4:3)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Mutual Exclusion &amp; Ricart-Agrawala Algorithm Implementation</vt:lpstr>
      <vt:lpstr>Introduction</vt:lpstr>
      <vt:lpstr>Types of Mutual Exclusion</vt:lpstr>
      <vt:lpstr>Ricart-Agrawala Algorithm</vt:lpstr>
      <vt:lpstr>Working of Ricart-Agrawala Algorithm</vt:lpstr>
      <vt:lpstr>Code Implementation</vt:lpstr>
      <vt:lpstr>Python Code (Snippet)</vt:lpstr>
      <vt:lpstr>PowerPoint Presentation</vt:lpstr>
      <vt:lpstr>Execution Flow</vt:lpstr>
      <vt:lpstr>Output Example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Sabari Sathish</cp:lastModifiedBy>
  <cp:revision>2</cp:revision>
  <dcterms:created xsi:type="dcterms:W3CDTF">2013-01-27T09:14:16Z</dcterms:created>
  <dcterms:modified xsi:type="dcterms:W3CDTF">2025-04-02T15:53:25Z</dcterms:modified>
  <cp:category/>
</cp:coreProperties>
</file>